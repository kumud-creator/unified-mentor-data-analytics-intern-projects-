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F0B65E-38B1-EAF7-4634-D3C8D57FE45C}" v="251" dt="2025-11-01T13:39:31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8691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862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95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87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92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7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052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48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64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964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71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35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libri"/>
                <a:ea typeface="+mj-lt"/>
                <a:cs typeface="+mj-lt"/>
              </a:rPr>
              <a:t>Internship Project Summary (Unified Mentor)</a:t>
            </a:r>
            <a:endParaRPr lang="en-US" sz="4000" dirty="0">
              <a:latin typeface="Calibri"/>
              <a:ea typeface="Calibri"/>
              <a:cs typeface="Calibri"/>
            </a:endParaRPr>
          </a:p>
          <a:p>
            <a:r>
              <a:rPr lang="en-US" sz="4000" dirty="0">
                <a:latin typeface="Calibri"/>
                <a:ea typeface="Calibri"/>
                <a:cs typeface="Calibri"/>
              </a:rPr>
              <a:t>Data Analytics Internship</a:t>
            </a:r>
            <a:br>
              <a:rPr lang="en-US" sz="1200" dirty="0"/>
            </a:br>
            <a:r>
              <a:rPr lang="en-US" sz="1600" dirty="0">
                <a:latin typeface="Calibri"/>
                <a:ea typeface="Calibri"/>
                <a:cs typeface="Calibri"/>
              </a:rPr>
              <a:t>(1st Sep – 1st Nov 2025)</a:t>
            </a:r>
          </a:p>
          <a:p>
            <a:endParaRPr lang="en-US" sz="1200" dirty="0"/>
          </a:p>
          <a:p>
            <a:r>
              <a:rPr lang="en-US" sz="800" dirty="0"/>
              <a:t>  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43124"/>
            <a:ext cx="9739086" cy="2417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</a:pPr>
            <a:endParaRPr lang="en-US" sz="1200" dirty="0">
              <a:latin typeface="Aptos Display"/>
            </a:endParaRPr>
          </a:p>
          <a:p>
            <a:pPr>
              <a:spcBef>
                <a:spcPct val="0"/>
              </a:spcBef>
            </a:pPr>
            <a:endParaRPr lang="en-US" sz="1200" dirty="0">
              <a:latin typeface="Aptos Display"/>
            </a:endParaRPr>
          </a:p>
          <a:p>
            <a:pPr algn="r"/>
            <a:r>
              <a:rPr lang="en-US" sz="1400" dirty="0">
                <a:latin typeface="Calibri"/>
                <a:ea typeface="Calibri"/>
                <a:cs typeface="Calibri"/>
              </a:rPr>
              <a:t>                         </a:t>
            </a:r>
          </a:p>
          <a:p>
            <a:pPr algn="r"/>
            <a:endParaRPr lang="en-US" sz="1400" dirty="0">
              <a:latin typeface="Calibri"/>
              <a:ea typeface="Calibri"/>
              <a:cs typeface="Calibri"/>
            </a:endParaRPr>
          </a:p>
          <a:p>
            <a:pPr algn="r"/>
            <a:r>
              <a:rPr lang="en-US" sz="2000" dirty="0">
                <a:latin typeface="Calibri"/>
                <a:ea typeface="Calibri"/>
                <a:cs typeface="Calibri"/>
              </a:rPr>
              <a:t>Kumud Vashisht</a:t>
            </a:r>
            <a:endParaRPr lang="en-US" sz="2000"/>
          </a:p>
          <a:p>
            <a:pPr algn="r"/>
            <a:r>
              <a:rPr lang="en-US" sz="2000" dirty="0">
                <a:latin typeface="Calibri"/>
                <a:ea typeface="Calibri"/>
                <a:cs typeface="Calibri"/>
              </a:rPr>
              <a:t>Mentor: Sanket Patil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77E06-9440-6845-8D36-1565D637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Internship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949B1-FF4D-53D6-771D-4C161F01E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internship involved </a:t>
            </a:r>
            <a:r>
              <a:rPr lang="en-US" b="1" dirty="0">
                <a:ea typeface="+mn-lt"/>
                <a:cs typeface="+mn-lt"/>
              </a:rPr>
              <a:t>hands-on projects</a:t>
            </a:r>
            <a:r>
              <a:rPr lang="en-US" dirty="0">
                <a:ea typeface="+mn-lt"/>
                <a:cs typeface="+mn-lt"/>
              </a:rPr>
              <a:t> integrating </a:t>
            </a:r>
            <a:r>
              <a:rPr lang="en-US" b="1" dirty="0">
                <a:ea typeface="+mn-lt"/>
                <a:cs typeface="+mn-lt"/>
              </a:rPr>
              <a:t>data analytics, machine learning, and financial analysis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Worked on 4 real-world datasets in domains like </a:t>
            </a:r>
            <a:r>
              <a:rPr lang="en-US" b="1" dirty="0">
                <a:ea typeface="+mn-lt"/>
                <a:cs typeface="+mn-lt"/>
              </a:rPr>
              <a:t>employment, economy, social media, and road safety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main focus was on </a:t>
            </a:r>
            <a:r>
              <a:rPr lang="en-US" b="1" dirty="0">
                <a:ea typeface="+mn-lt"/>
                <a:cs typeface="+mn-lt"/>
              </a:rPr>
              <a:t>data collection, cleaning, analysis, visualization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model development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Each project provided practical exposure to </a:t>
            </a:r>
            <a:r>
              <a:rPr lang="en-US" b="1" dirty="0">
                <a:ea typeface="+mn-lt"/>
                <a:cs typeface="+mn-lt"/>
              </a:rPr>
              <a:t>decision-making through data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44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5C69-AD1C-767F-43E4-D947BA669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Problems / Challenges Faced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DDBA0-9737-66FC-C971-691BEB895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Datasets were </a:t>
            </a:r>
            <a:r>
              <a:rPr lang="en-US" b="1" dirty="0">
                <a:ea typeface="+mn-lt"/>
                <a:cs typeface="+mn-lt"/>
              </a:rPr>
              <a:t>large, messy, and contained missing or unstructured data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Had to </a:t>
            </a:r>
            <a:r>
              <a:rPr lang="en-US" b="1" dirty="0">
                <a:ea typeface="+mn-lt"/>
                <a:cs typeface="+mn-lt"/>
              </a:rPr>
              <a:t>standardize columns, clean null values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convert categorical variables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Difficulty in </a:t>
            </a:r>
            <a:r>
              <a:rPr lang="en-US" b="1" dirty="0">
                <a:ea typeface="+mn-lt"/>
                <a:cs typeface="+mn-lt"/>
              </a:rPr>
              <a:t>selecting right algorithms (Regression vs Classification)</a:t>
            </a:r>
            <a:r>
              <a:rPr lang="en-US" dirty="0">
                <a:ea typeface="+mn-lt"/>
                <a:cs typeface="+mn-lt"/>
              </a:rPr>
              <a:t> for each problem.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Ensuring </a:t>
            </a:r>
            <a:r>
              <a:rPr lang="en-US" b="1" dirty="0">
                <a:ea typeface="+mn-lt"/>
                <a:cs typeface="+mn-lt"/>
              </a:rPr>
              <a:t>accuracy of ML models</a:t>
            </a:r>
            <a:r>
              <a:rPr lang="en-US" dirty="0">
                <a:ea typeface="+mn-lt"/>
                <a:cs typeface="+mn-lt"/>
              </a:rPr>
              <a:t> and avoiding overfitting.</a:t>
            </a:r>
            <a:endParaRPr lang="en-US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Time management</a:t>
            </a:r>
            <a:r>
              <a:rPr lang="en-US" dirty="0">
                <a:ea typeface="+mn-lt"/>
                <a:cs typeface="+mn-lt"/>
              </a:rPr>
              <a:t> while handling multiple projects simultaneously.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05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F412-8DF8-10D7-7048-9A6AA008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Why Analyze This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19D21-35BA-0C54-404A-1090E230A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To </a:t>
            </a:r>
            <a:r>
              <a:rPr lang="en-US" b="1" dirty="0">
                <a:ea typeface="+mn-lt"/>
                <a:cs typeface="+mn-lt"/>
              </a:rPr>
              <a:t>derive actionable insights</a:t>
            </a:r>
            <a:r>
              <a:rPr lang="en-US" dirty="0">
                <a:ea typeface="+mn-lt"/>
                <a:cs typeface="+mn-lt"/>
              </a:rPr>
              <a:t> from real-world domains such as: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Job market trends</a:t>
            </a:r>
            <a:r>
              <a:rPr lang="en-US" dirty="0">
                <a:ea typeface="+mn-lt"/>
                <a:cs typeface="+mn-lt"/>
              </a:rPr>
              <a:t> for data professionals.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Economic patterns</a:t>
            </a:r>
            <a:r>
              <a:rPr lang="en-US" dirty="0">
                <a:ea typeface="+mn-lt"/>
                <a:cs typeface="+mn-lt"/>
              </a:rPr>
              <a:t> affecting revenue and growth.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Detecting fake social media accounts</a:t>
            </a:r>
            <a:r>
              <a:rPr lang="en-US" dirty="0">
                <a:ea typeface="+mn-lt"/>
                <a:cs typeface="+mn-lt"/>
              </a:rPr>
              <a:t> for digital security.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Understanding road accident causes</a:t>
            </a:r>
            <a:r>
              <a:rPr lang="en-US" dirty="0">
                <a:ea typeface="+mn-lt"/>
                <a:cs typeface="+mn-lt"/>
              </a:rPr>
              <a:t> for policy improvements.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Each dataset allowed a </a:t>
            </a:r>
            <a:r>
              <a:rPr lang="en-US" b="1" dirty="0">
                <a:ea typeface="+mn-lt"/>
                <a:cs typeface="+mn-lt"/>
              </a:rPr>
              <a:t>different perspective</a:t>
            </a:r>
            <a:r>
              <a:rPr lang="en-US" dirty="0">
                <a:ea typeface="+mn-lt"/>
                <a:cs typeface="+mn-lt"/>
              </a:rPr>
              <a:t> — from employment to economy to public safety.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03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EB297-2977-CB8E-1BC6-C8CEFD49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Data Analysis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D5F90-C3D7-8058-AAD2-DC05488F6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Managing </a:t>
            </a:r>
            <a:r>
              <a:rPr lang="en-US" b="1" dirty="0">
                <a:ea typeface="+mn-lt"/>
                <a:cs typeface="+mn-lt"/>
              </a:rPr>
              <a:t>imbalanced data</a:t>
            </a:r>
            <a:r>
              <a:rPr lang="en-US" dirty="0">
                <a:ea typeface="+mn-lt"/>
                <a:cs typeface="+mn-lt"/>
              </a:rPr>
              <a:t> (e.g., fake vs genuine accounts).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Data normalization</a:t>
            </a:r>
            <a:r>
              <a:rPr lang="en-US" dirty="0">
                <a:ea typeface="+mn-lt"/>
                <a:cs typeface="+mn-lt"/>
              </a:rPr>
              <a:t> and dealing with outliers in financial datasets.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Feature extraction</a:t>
            </a:r>
            <a:r>
              <a:rPr lang="en-US" dirty="0">
                <a:ea typeface="+mn-lt"/>
                <a:cs typeface="+mn-lt"/>
              </a:rPr>
              <a:t> from text-based columns like job descriptions.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Combining multiple datasets</a:t>
            </a:r>
            <a:r>
              <a:rPr lang="en-US" dirty="0">
                <a:ea typeface="+mn-lt"/>
                <a:cs typeface="+mn-lt"/>
              </a:rPr>
              <a:t> for time-series analysis (GDP, inflation, etc.).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Ensuring </a:t>
            </a:r>
            <a:r>
              <a:rPr lang="en-US" b="1" dirty="0">
                <a:ea typeface="+mn-lt"/>
                <a:cs typeface="+mn-lt"/>
              </a:rPr>
              <a:t>visual clarity</a:t>
            </a:r>
            <a:r>
              <a:rPr lang="en-US" dirty="0">
                <a:ea typeface="+mn-lt"/>
                <a:cs typeface="+mn-lt"/>
              </a:rPr>
              <a:t> while plotting multi-variable trends.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841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BD4B5-6168-7F49-41B2-0BB212F7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1: Data Analyst Jobs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7ABC8-F27A-C376-9CCC-34B81C048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4426"/>
            <a:ext cx="10479315" cy="5418137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Objective: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Analyze trends in data analyst job listings, predict salaries, and study company/industry patterns.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Cleaned data of 2000+ job listings.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Extracted features like salary range, company rating, and job location.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Created average salary column using regex extraction.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Built a </a:t>
            </a:r>
            <a:r>
              <a:rPr lang="en-US" b="1" dirty="0">
                <a:ea typeface="+mn-lt"/>
                <a:cs typeface="+mn-lt"/>
              </a:rPr>
              <a:t>Random Forest model</a:t>
            </a:r>
            <a:r>
              <a:rPr lang="en-US" dirty="0">
                <a:ea typeface="+mn-lt"/>
                <a:cs typeface="+mn-lt"/>
              </a:rPr>
              <a:t> to predict salary based on attributes.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Challenges: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Inconsistent salary formats (range and currency).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Missing ratings and ownership data.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Results: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Found strong correlation between </a:t>
            </a:r>
            <a:r>
              <a:rPr lang="en-US" b="1" dirty="0">
                <a:ea typeface="+mn-lt"/>
                <a:cs typeface="+mn-lt"/>
              </a:rPr>
              <a:t>company rating and salary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Top industries:</a:t>
            </a:r>
            <a:r>
              <a:rPr lang="en-US" dirty="0">
                <a:ea typeface="+mn-lt"/>
                <a:cs typeface="+mn-lt"/>
              </a:rPr>
              <a:t> IT and Financial Services had best-paying roles.</a:t>
            </a:r>
            <a:endParaRPr lang="en-US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Learnings: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Data cleaning and feature engineering for textual and numeric data.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Regression modeling and interpretation of R² scores.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839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F3E7-65C1-6BF1-79E4-576C60C8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Project 2: Economic Data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72757-1BF1-3B71-E527-17BDA245A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169"/>
            <a:ext cx="10479315" cy="5280251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Objective: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Analyze macroeconomic data (GDP, inflation, unemployment, interest rates) to identify relationships and forecast future trends.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Collected datasets from </a:t>
            </a:r>
            <a:r>
              <a:rPr lang="en-US" b="1" dirty="0">
                <a:ea typeface="+mn-lt"/>
                <a:cs typeface="+mn-lt"/>
              </a:rPr>
              <a:t>World Bank &amp; FRED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Merged multiple indicators into one unified dataset.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Performed </a:t>
            </a:r>
            <a:r>
              <a:rPr lang="en-US" b="1" dirty="0">
                <a:ea typeface="+mn-lt"/>
                <a:cs typeface="+mn-lt"/>
              </a:rPr>
              <a:t>time-series decomposition</a:t>
            </a:r>
            <a:r>
              <a:rPr lang="en-US" dirty="0">
                <a:ea typeface="+mn-lt"/>
                <a:cs typeface="+mn-lt"/>
              </a:rPr>
              <a:t> and correlation analysis.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Built an </a:t>
            </a:r>
            <a:r>
              <a:rPr lang="en-US" b="1" dirty="0">
                <a:ea typeface="+mn-lt"/>
                <a:cs typeface="+mn-lt"/>
              </a:rPr>
              <a:t>ARIMA model</a:t>
            </a:r>
            <a:r>
              <a:rPr lang="en-US" dirty="0">
                <a:ea typeface="+mn-lt"/>
                <a:cs typeface="+mn-lt"/>
              </a:rPr>
              <a:t> to forecast GDP trends.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Challenges: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Aligning different date formats and missing values.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Choosing correct ARIMA parameters for time-series stability.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Results: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Found </a:t>
            </a:r>
            <a:r>
              <a:rPr lang="en-US" b="1" dirty="0">
                <a:ea typeface="+mn-lt"/>
                <a:cs typeface="+mn-lt"/>
              </a:rPr>
              <a:t>negative correlation</a:t>
            </a:r>
            <a:r>
              <a:rPr lang="en-US" dirty="0">
                <a:ea typeface="+mn-lt"/>
                <a:cs typeface="+mn-lt"/>
              </a:rPr>
              <a:t> between GDP and unemployment.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Predicted GDP showed seasonal growth patterns.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Learnings: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Time series modeling and forecasting.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Understanding macroeconomic indicator interdependencies.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Building interpretable analytical reports using visualization.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505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452B-0B32-F7D5-D646-51716A68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Project 3: Instagram Fake vs Genuine Accounts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C0EAC-D413-15E3-394C-510BC70E7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6140"/>
            <a:ext cx="10479315" cy="4939165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Objective: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Detect fake/spammer Instagram accounts using classification models.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Dataset of 576 accounts labeled as </a:t>
            </a:r>
            <a:r>
              <a:rPr lang="en-US" b="1" dirty="0">
                <a:ea typeface="+mn-lt"/>
                <a:cs typeface="+mn-lt"/>
              </a:rPr>
              <a:t>fake (1)</a:t>
            </a:r>
            <a:r>
              <a:rPr lang="en-US" dirty="0">
                <a:ea typeface="+mn-lt"/>
                <a:cs typeface="+mn-lt"/>
              </a:rPr>
              <a:t> or </a:t>
            </a:r>
            <a:r>
              <a:rPr lang="en-US" b="1" dirty="0">
                <a:ea typeface="+mn-lt"/>
                <a:cs typeface="+mn-lt"/>
              </a:rPr>
              <a:t>genuine (0)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Features: followers, posts, bio length, username similarity, profile picture.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Built a </a:t>
            </a:r>
            <a:r>
              <a:rPr lang="en-US" b="1" dirty="0">
                <a:ea typeface="+mn-lt"/>
                <a:cs typeface="+mn-lt"/>
              </a:rPr>
              <a:t>Random Forest Classifier</a:t>
            </a:r>
            <a:r>
              <a:rPr lang="en-US" dirty="0">
                <a:ea typeface="+mn-lt"/>
                <a:cs typeface="+mn-lt"/>
              </a:rPr>
              <a:t> and evaluated using confusion matrix.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Challenges: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Handling imbalanced classes (equal fake/genuine counts).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Interpreting numeric representations of user behavior.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Results: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Accuracy around </a:t>
            </a:r>
            <a:r>
              <a:rPr lang="en-US" b="1" dirty="0">
                <a:ea typeface="+mn-lt"/>
                <a:cs typeface="+mn-lt"/>
              </a:rPr>
              <a:t>90%</a:t>
            </a:r>
            <a:r>
              <a:rPr lang="en-US" dirty="0">
                <a:ea typeface="+mn-lt"/>
                <a:cs typeface="+mn-lt"/>
              </a:rPr>
              <a:t>, with top predictors being: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Profile picture presence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Number of posts</a:t>
            </a:r>
          </a:p>
          <a:p>
            <a:pPr lvl="1"/>
            <a:r>
              <a:rPr lang="en-US" dirty="0">
                <a:ea typeface="+mn-lt"/>
                <a:cs typeface="+mn-lt"/>
              </a:rPr>
              <a:t>Follower/following ratio</a:t>
            </a:r>
          </a:p>
          <a:p>
            <a:pPr marL="457200" lvl="1" indent="0">
              <a:buNone/>
            </a:pPr>
            <a:r>
              <a:rPr lang="en-US" b="1" dirty="0">
                <a:ea typeface="+mn-lt"/>
                <a:cs typeface="+mn-lt"/>
              </a:rPr>
              <a:t>Learnings: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 preprocessing and scaling.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Binary classification modeling and feature importance visualization.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Applying ML to cybersecurity/social media detection problems.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950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4A04-4814-D9CA-6777-E6415650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Project 4: Road Accident Data (India 2020)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80BC9-D13D-74C6-76D1-C178912DA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6"/>
            <a:ext cx="10479315" cy="5113337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Objective: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Analyze causes and outcomes of road accidents across Indian cities.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Dataset: 9,550 entries from 50+ cities.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Categorized causes: Traffic Control, Road Features, Weather, etc.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Created bar plots for </a:t>
            </a:r>
            <a:r>
              <a:rPr lang="en-US" b="1" dirty="0">
                <a:ea typeface="+mn-lt"/>
                <a:cs typeface="+mn-lt"/>
              </a:rPr>
              <a:t>cause category vs outcome</a:t>
            </a:r>
            <a:r>
              <a:rPr lang="en-US" dirty="0">
                <a:ea typeface="+mn-lt"/>
                <a:cs typeface="+mn-lt"/>
              </a:rPr>
              <a:t> (fatal, injury, total).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Challenges: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High number of categorical entries.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Missing or zero-valued records for smaller cities.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Results: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Highest accident counts: </a:t>
            </a:r>
            <a:r>
              <a:rPr lang="en-US" b="1" dirty="0">
                <a:ea typeface="+mn-lt"/>
                <a:cs typeface="+mn-lt"/>
              </a:rPr>
              <a:t>Delhi, Mumbai, Lucknow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Common causes: </a:t>
            </a:r>
            <a:r>
              <a:rPr lang="en-US" b="1" dirty="0">
                <a:ea typeface="+mn-lt"/>
                <a:cs typeface="+mn-lt"/>
              </a:rPr>
              <a:t>Road features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traffic violations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Learnings: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Aggregation and grouping in pandas.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Visual analytics for multi-category comparisons.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Translating raw data into policy-related insights.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75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E7BB-8542-378E-6B1B-6C823EC4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+mj-lt"/>
                <a:cs typeface="+mj-lt"/>
              </a:rPr>
              <a:t>Project Results &amp;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985CC-1385-C956-EBDA-8D626A677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Completed </a:t>
            </a:r>
            <a:r>
              <a:rPr lang="en-US" b="1" dirty="0">
                <a:ea typeface="+mn-lt"/>
                <a:cs typeface="+mn-lt"/>
              </a:rPr>
              <a:t>4 end-to-end analytical projects</a:t>
            </a:r>
            <a:r>
              <a:rPr lang="en-US" dirty="0">
                <a:ea typeface="+mn-lt"/>
                <a:cs typeface="+mn-lt"/>
              </a:rPr>
              <a:t> using real-world datasets.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Implemented both </a:t>
            </a:r>
            <a:r>
              <a:rPr lang="en-US" b="1" dirty="0">
                <a:ea typeface="+mn-lt"/>
                <a:cs typeface="+mn-lt"/>
              </a:rPr>
              <a:t>predictive (ML)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descriptive (EDA)</a:t>
            </a:r>
            <a:r>
              <a:rPr lang="en-US" dirty="0">
                <a:ea typeface="+mn-lt"/>
                <a:cs typeface="+mn-lt"/>
              </a:rPr>
              <a:t> analysis.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Created </a:t>
            </a:r>
            <a:r>
              <a:rPr lang="en-US" b="1" dirty="0">
                <a:ea typeface="+mn-lt"/>
                <a:cs typeface="+mn-lt"/>
              </a:rPr>
              <a:t>dashboards, visualizations</a:t>
            </a:r>
            <a:r>
              <a:rPr lang="en-US" dirty="0">
                <a:ea typeface="+mn-lt"/>
                <a:cs typeface="+mn-lt"/>
              </a:rPr>
              <a:t>, and summarized insights.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Improved hands-on skills in </a:t>
            </a:r>
            <a:r>
              <a:rPr lang="en-US" b="1" dirty="0">
                <a:ea typeface="+mn-lt"/>
                <a:cs typeface="+mn-lt"/>
              </a:rPr>
              <a:t>Python, data cleaning, and modeling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88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E7E3-9372-5471-3678-AB5ADAB86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  </a:t>
            </a:r>
            <a:r>
              <a:rPr lang="en-US" dirty="0">
                <a:latin typeface="Calibri"/>
                <a:ea typeface="+mj-lt"/>
                <a:cs typeface="+mj-lt"/>
              </a:rPr>
              <a:t>Conclusion &amp; Internship Impact</a:t>
            </a:r>
            <a:endParaRPr lang="en-US" dirty="0">
              <a:latin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0658-841B-3705-C9FE-86DC2ABE0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87739"/>
            <a:ext cx="10168128" cy="398446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Strengthened understanding of data workflows:</a:t>
            </a:r>
            <a:endParaRPr lang="en-US" dirty="0"/>
          </a:p>
          <a:p>
            <a:pPr lvl="1"/>
            <a:r>
              <a:rPr lang="en-US" sz="2800" dirty="0">
                <a:ea typeface="+mn-lt"/>
                <a:cs typeface="+mn-lt"/>
              </a:rPr>
              <a:t>Data extraction → Cleaning → Analysis → Visualization → ML modeling.</a:t>
            </a:r>
          </a:p>
          <a:p>
            <a:r>
              <a:rPr lang="en-US" dirty="0">
                <a:ea typeface="+mn-lt"/>
                <a:cs typeface="+mn-lt"/>
              </a:rPr>
              <a:t>Enhanced confidence in handling </a:t>
            </a:r>
            <a:r>
              <a:rPr lang="en-US" b="1" dirty="0">
                <a:ea typeface="+mn-lt"/>
                <a:cs typeface="+mn-lt"/>
              </a:rPr>
              <a:t>structured and unstructured data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Gained exposure to </a:t>
            </a:r>
            <a:r>
              <a:rPr lang="en-US" b="1" dirty="0">
                <a:ea typeface="+mn-lt"/>
                <a:cs typeface="+mn-lt"/>
              </a:rPr>
              <a:t>multi-domain analytics</a:t>
            </a:r>
            <a:r>
              <a:rPr lang="en-US" dirty="0">
                <a:ea typeface="+mn-lt"/>
                <a:cs typeface="+mn-lt"/>
              </a:rPr>
              <a:t>: finance, jobs, economy, and public safety.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Internship improved analytical thinking, reporting, and technical communication skills.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513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B3A93-4E43-67CE-789F-1EE8E7DC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Acknowledgement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09A1E-2DC4-B1C2-9CC6-BBB71F665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Sincere thanks to </a:t>
            </a:r>
            <a:r>
              <a:rPr lang="en-US" b="1" dirty="0">
                <a:ea typeface="+mn-lt"/>
                <a:cs typeface="+mn-lt"/>
              </a:rPr>
              <a:t>Unified Mentor</a:t>
            </a:r>
            <a:r>
              <a:rPr lang="en-US" dirty="0">
                <a:ea typeface="+mn-lt"/>
                <a:cs typeface="+mn-lt"/>
              </a:rPr>
              <a:t> for guidance and support.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Grateful to mentors for providing diverse project exposure.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227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AccentBoxVTI</vt:lpstr>
      <vt:lpstr>Internship Project Summary (Unified Mentor) Data Analytics Internship (1st Sep – 1st Nov 2025)    </vt:lpstr>
      <vt:lpstr>Internship Overview</vt:lpstr>
      <vt:lpstr>Problems / Challenges Faced</vt:lpstr>
      <vt:lpstr>Why Analyze This Data</vt:lpstr>
      <vt:lpstr>Data Analysis Challenges</vt:lpstr>
      <vt:lpstr>Project 1: Data Analyst Jobs </vt:lpstr>
      <vt:lpstr>Project 2: Economic Data Analysis</vt:lpstr>
      <vt:lpstr>Project 3: Instagram Fake vs Genuine Accounts</vt:lpstr>
      <vt:lpstr>Project 4: Road Accident Data (India 2020)</vt:lpstr>
      <vt:lpstr>Project Results &amp; Outputs</vt:lpstr>
      <vt:lpstr>  Conclusion &amp; Internship Impact</vt:lpstr>
      <vt:lpstr>Acknowledgement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101</cp:revision>
  <dcterms:created xsi:type="dcterms:W3CDTF">2025-11-01T13:25:11Z</dcterms:created>
  <dcterms:modified xsi:type="dcterms:W3CDTF">2025-11-01T13:40:07Z</dcterms:modified>
</cp:coreProperties>
</file>